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1097280"/>
            <a:ext cx="3840480" cy="384048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566160" cy="6858000"/>
          </a:xfrm>
          <a:prstGeom prst="rect">
            <a:avLst/>
          </a:prstGeom>
          <a:solidFill>
            <a:srgbClr val="0E0E14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TỰ HỌC AFFILIATE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8503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Xây Kênh Video TikTok Shop
</a:t>
            </a:r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E2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Bán Hàng &amp; Né Vi Phạm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Cẩm nang thực chiến: gắn link, chọn sản phẩm, lịch đăng, 15 lỗi khiến kênh 0 view &amp; cách khiếu nại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đào tạo Zoom  •  07/08/2026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BUỔI HỌC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Chúng ta sẽ đi qua 8 phần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9164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8379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video &amp; gắn link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240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gắn link sản phẩm chuẩn, tránh vi phạm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92240" y="1691640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169164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43800" y="18379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ảo tưởng khi mới làm Aff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43800" y="2240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sai lầm khiến bạn flop &amp; mất thời gian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907792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0540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lỗi khiến kênh 0 view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4564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vi phạm tiêu chuẩn cộng đồng TikTok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2907792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2907792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43800" y="30540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ngữ &amp; caption dễ bị quét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43800" y="34564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từ khóa nhạy cảm cần né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123944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42702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kênh mới &amp; lịch đăng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467258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lượng video, tần suất, giữ sức bền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4123944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29400" y="4123944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43800" y="42702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&amp; test sản phẩm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43800" y="467258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ngách, test, nhân bản sản phẩm ra đơn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340096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" y="5340096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600200" y="5486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&amp; ngách thời trang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00200" y="58887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tệp KH, ưu tiên ngách lợi nhuận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92240" y="5340096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29400" y="5340096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543800" y="5486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cụ, khiếu nại &amp; hồi sinh kênh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543800" y="58887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ký, Zalopay, AI, khiếu nại vi phạm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F4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Đăng Video &amp; Gắn Link Sản Phẩm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chuẩn để video được đẩy và cắn quảng cáo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01 · GẮN LINK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gắn link sản phẩm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2194560"/>
          </a:xfrm>
          <a:prstGeom prst="roundRect">
            <a:avLst>
              <a:gd name="adj" fmla="val 3750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Trung tâm Sáng tạo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TikTok Shop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Trung tâm Sáng tạo trên TikTok Shop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41648" y="27432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34840" y="1920240"/>
            <a:ext cx="3383280" cy="2194560"/>
          </a:xfrm>
          <a:prstGeom prst="roundRect">
            <a:avLst>
              <a:gd name="adj" fmla="val 3750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194560"/>
            <a:ext cx="640080" cy="64008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2880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Công cụ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09160" y="3520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mục Bộ Công cụ trong trung tâm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36408" y="27432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229600" y="1920240"/>
            <a:ext cx="3383280" cy="2194560"/>
          </a:xfrm>
          <a:prstGeom prst="roundRect">
            <a:avLst>
              <a:gd name="adj" fmla="val 3750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2194560"/>
            <a:ext cx="640080" cy="64008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03920" y="2880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nối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phẩm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03920" y="3520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Kết nối sản phẩm để gắn link vào video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927080" cy="1600200"/>
          </a:xfrm>
          <a:prstGeom prst="roundRect">
            <a:avLst>
              <a:gd name="adj" fmla="val 5143"/>
            </a:avLst>
          </a:prstGeom>
          <a:solidFill>
            <a:srgbClr val="23232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709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Nguyên tắc vàng: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video là GẮN LINK LUÔN.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5138928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link sau dễ bị đánh </a:t>
            </a:r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"nội dung quảng cáo không liên quan"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khả năng cắn quảng cáo thấp, và TikTok dễ nhận diện nhầm là kênh giải trí. Video đang ra đơn tự ngừng → kiểm tra link có bị ẩn không, gắn lại ngay.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01 · CHIẾN LƯỢC ĐĂNG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Tận dụng traffic khi kênh lên xu hướng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212140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lời thoại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67004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thời trang nên có lời thoại. Nhạc có lời hiện đang bị quét — hạn chế dùng.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543800" y="212140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&gt;1k view → nhân bản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43800" y="267004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nào lên xu hướng thì đăng nhiều hơn: từ 5 video/ngày tăng lên 8–10 video sản phẩm đó.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297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828800" y="436168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Bám traffic đang vào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491032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Tận dụng lượt view đang tăng — dập thêm video cùng sản phẩm, không đổi chủ đề đột ngột.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40690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4297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📔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543800" y="436168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cả lên Nhật ký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43800" y="491032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video lên Nhật ký TikTok, đăng đi đăng lại nhiều lần để kết nối tệp KH đã follow.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E2C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Ảo Tưởng Khi Bắt Đầu Làm Aff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niềm tin sai lầm khiến người mới flop và bỏ cuộc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02 · TƯ DUY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ảo tưởng cần bỏ ngay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27080" cy="859536"/>
          </a:xfrm>
          <a:prstGeom prst="roundRect">
            <a:avLst>
              <a:gd name="adj" fmla="val 9574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11096"/>
            <a:ext cx="420624" cy="420624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 theo "thả tim, comment, share để lên xu hướng"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1226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tác chỉ là mồi lửa. Muốn video "bùng cháy" phải có giá trị nội dung, hoặc sản phẩm có giá trị thật với người mua.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927080" cy="859536"/>
          </a:xfrm>
          <a:prstGeom prst="roundRect">
            <a:avLst>
              <a:gd name="adj" fmla="val 9574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25496"/>
            <a:ext cx="420624" cy="420624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25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tạo đơn ảo để có GMV rồi đi xin mẫu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17320" y="302666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chỉ flop dài (gần 2 tuần) mà còn có thể bị KHÓA KÊNH. Tuyệt đối né.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927080" cy="859536"/>
          </a:xfrm>
          <a:prstGeom prst="roundRect">
            <a:avLst>
              <a:gd name="adj" fmla="val 9574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739896"/>
            <a:ext cx="420624" cy="420624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398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Buồn vì video đăng lên bị flop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94106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 là bình thường. Cái flop thì xem lại, cái lên xu hướng cũng xem lại tại sao. Từ từ tối ưu — đừng bỏ cuộc vì 5–10 video.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927080" cy="859536"/>
          </a:xfrm>
          <a:prstGeom prst="roundRect">
            <a:avLst>
              <a:gd name="adj" fmla="val 9574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654296"/>
            <a:ext cx="420624" cy="420624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542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video tùy hứng: ngày 5 cái, ngày 0 cái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485546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nền tảng đều cần KỶ LUẬT. Xây kênh là giữ sức bền, không chạy số lượng bốc đồng.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40080" y="5349240"/>
            <a:ext cx="10927080" cy="859536"/>
          </a:xfrm>
          <a:prstGeom prst="roundRect">
            <a:avLst>
              <a:gd name="adj" fmla="val 9574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568696"/>
            <a:ext cx="420624" cy="420624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5686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5440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2–3 tháng đã đòi hoa hồng chục củ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576986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thời gian để nền tảng hiểu định dạng kênh &amp; tệp người xem. Tiền tương ứng với sự cố gắng. TikTok không follow chéo — tự xây mới bền.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F4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Lỗi Khiến Kênh TikTok 0 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phạm tiêu chuẩn cộng đồng — nguyên nhân bị bóp view &amp; khóa kênh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03 · VI PHẠM (1–5)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Lỗi nội dung &amp; chất lượng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8178"/>
            <a:ext cx="457200" cy="45720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7817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180136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lộ thông tin cá nhân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2130552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SĐT, địa chỉ nhà, CCCD/hộ chiếu, biển số xe, mã QR, số thẻ/tài khoản ngân hàng, mật khẩu... hiện trong video → TikTok hạn chế để bảo vệ người dùng. Che lại kỹ trước khi up.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40080" y="2649931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836469"/>
            <a:ext cx="457200" cy="45720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83646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81328" y="2759659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Reup nội dung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81328" y="3088843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Reup y nguyên không sửa/sáng tạo, hoặc còn hình mờ – logo người khác → chắc chắn bị đánh reup.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40080" y="3608222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794760"/>
            <a:ext cx="457200" cy="45720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371795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chất lượng thấp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81328" y="4047134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mờ phải căng mắt nhìn, thiếu sáng, quá ngắn không có nội dung, chỉ chứa ảnh GIF → không được phân phối. Chú ý ánh sáng.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40080" y="4566514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753051"/>
            <a:ext cx="457200" cy="45720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75305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81328" y="467624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giảm cân / sức khỏe có hại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81328" y="5005426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Nhịn ăn gián đoạn, thuốc/thực phẩm giảm cân, steroid, tập giảm size cấp tốc, ảnh trước–sau, cổ xúy body lý tưởng, phẫu thuật thẩm mỹ không cảnh báo rủi ro.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40080" y="5524805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711342"/>
            <a:ext cx="457200" cy="45720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7113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81328" y="5634533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Đông y – từ khóa bộ phận cơ thể nhạy cảm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81328" y="5963717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như "thận, huyết..." rất nhạy cảm với kênh mới. Text viết né (th*n) hoặc icon; voice tắt tiếng khi nói. Không dùng từ khẳng định tuyệt đối ("khỏe 100%").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03 · VI PHẠM (6–10)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Chất cấm, tương tác giả &amp; nguy hiểm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8178"/>
            <a:ext cx="457200" cy="45720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7817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180136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hướng sang nền tảng khác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2130552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link web/YouTube, công cụ như napkin.ai... để điều hướng người xem ra ngoài → bị đánh vi phạm.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40080" y="2649931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836469"/>
            <a:ext cx="457200" cy="45720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83646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81328" y="2759659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đánh bạc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81328" y="3088843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hoặc tán dương đánh bạc / hoạt động giống đánh bạc, hay tuyên bố tích cực về đánh bạc.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40080" y="3608222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794760"/>
            <a:ext cx="457200" cy="45720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371795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Rượu, thuốc lá, ma túy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81328" y="4047134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Quảng bá thuốc lá, cảnh uống rượu quá mức, hướng dẫn pha chế/chế biến chất cấm, thanh thiếu niên dùng chất kích thích. Cảnh quây quần uống bia rượu (nhất là có trẻ em) cũng nên hạn chế.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40080" y="4566514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753051"/>
            <a:ext cx="457200" cy="45720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75305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81328" y="467624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Kêu gọi tương tác giả (bait)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81328" y="5005426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lừa/thao túng để tăng quà tặng hay chỉ số tương tác: "trao đổi lượt thích", phần thưởng giả để tương tác.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40080" y="5524805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711342"/>
            <a:ext cx="457200" cy="45720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7113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81328" y="5634533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Lửa gây hành động nguy hiểm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81328" y="5963717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Lửa để nấu ăn thì OK. Lửa mang tính sát thương / hành động nguy hiểm → dễ bị đánh vi phạm.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03 · VI PHẠM (11–15)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Hình ảnh, độ tuổi &amp; từ ngữ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8178"/>
            <a:ext cx="457200" cy="45720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7817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180136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Khỏa thân &amp; phơi bày cơ thể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2130552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khỏa thân người lớn, đồ lót không che, khoe khe ngực; trẻ dưới 4 tuổi ngụ ý khỏa thân. Kể cả tắm cho bé có che sticker vẫn có thể vi phạm.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40080" y="2649931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836469"/>
            <a:ext cx="457200" cy="45720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83646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81328" y="2759659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tiêu cực (vd "nguy hiiiểm")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81328" y="3088843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vi phạm chuẩn cộng đồng nhưng dễ bị AI quét nhầm vào nội dung tiêu cực/cảnh báo. Nên hạn chế.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40080" y="3608222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794760"/>
            <a:ext cx="457200" cy="45720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371795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gây sốc &amp; ghê rợn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81328" y="4047134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Máu người/động vật, đánh nhau cực đoan, cảnh ghê rợn, bạo lực hư cấu, thương tích, jump-scare, trang điểm máu me, nội tạng, côn trùng/chuột...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40080" y="4566514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753051"/>
            <a:ext cx="457200" cy="45720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75305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81328" y="467624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năm sinh khi đăng ký (&lt; 16 tuổi)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81328" y="5005426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Dưới 16 tuổi KHÔNG được phép đăng tải video với bất kỳ nội dung nào. Kiểm tra lại năm sinh tài khoản.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40080" y="5524805"/>
            <a:ext cx="10927080" cy="830275"/>
          </a:xfrm>
          <a:prstGeom prst="roundRect">
            <a:avLst>
              <a:gd name="adj" fmla="val 9912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711342"/>
            <a:ext cx="457200" cy="45720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7113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81328" y="5634533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ngữ khẳng định &amp; bệnh lý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81328" y="5963717"/>
            <a:ext cx="9966960" cy="32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"Chắc chắn, cam kết, chữa khỏi, 100%", mốc thời gian ("3 ngày khỏi"), bệnh gout/sỏi/nám/thâm, giảm cân/detox/đốt mỡ/mát gan — TikTok cực gắt, nặng có thể bay tài khoản.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E2C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Ngữ &amp; Caption Dễ Bị Quét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từ khóa nhạy cảm cần tránh trong voice, text &amp; hashtag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04 · TỪ KHÓA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Danh sách từ cần né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39112"/>
            <a:ext cx="146304" cy="1271016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0253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khẳng định tuyệt đối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249631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Chắc chắn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Chữa khỏi / trị khỏi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2039112"/>
            <a:ext cx="146304" cy="1271016"/>
          </a:xfrm>
          <a:prstGeom prst="roundRect">
            <a:avLst>
              <a:gd name="adj" fmla="val 50000"/>
            </a:avLst>
          </a:prstGeom>
          <a:solidFill>
            <a:srgbClr val="25F4EE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200253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 thời gian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22008" y="249631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ngày khỏi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tuần khỏi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tháng khỏi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078224"/>
            <a:ext cx="146304" cy="1271016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0416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lý nhạy cảm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7008" y="453542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Gout, sỏi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Nám, thâm, xạm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"trị khỏi / chữa bệnh"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822192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4078224"/>
            <a:ext cx="146304" cy="1271016"/>
          </a:xfrm>
          <a:prstGeom prst="roundRect">
            <a:avLst>
              <a:gd name="adj" fmla="val 50000"/>
            </a:avLst>
          </a:prstGeom>
          <a:solidFill>
            <a:srgbClr val="25F4EE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40416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cân (cực gắt)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22008" y="453542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Detox, đốt mỡ, mát gan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mỡ, vóc dáng, bụng, gầy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Nặng có thể bay tài khoản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927080" cy="658368"/>
          </a:xfrm>
          <a:prstGeom prst="roundRect">
            <a:avLst>
              <a:gd name="adj" fmla="val 12500"/>
            </a:avLst>
          </a:prstGeom>
          <a:solidFill>
            <a:srgbClr val="23232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70585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35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viết caption chỉ để nhét hashtag</a:t>
            </a:r>
            <a:pPr indent="0" marL="0">
              <a:buNone/>
            </a:pPr>
            <a:r>
              <a:rPr lang="en-US" sz="13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(cũng tránh hashtag vi phạm). Kênh Đông y lâu năm đã dán nhãn TikTok thì thoải mái hơn kênh mới.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F4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Xây Kênh Mới &amp; Lịch Đăng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lượng video, tần suất và cách giữ sức bền không spam 0 view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05 · LỊCH ĐĂNG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Tăng số video từ từ — giữ sức bền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2148840"/>
          </a:xfrm>
          <a:prstGeom prst="roundRect">
            <a:avLst>
              <a:gd name="adj" fmla="val 3830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tuần đầu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video / ngày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32004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liên tục, đều đặn mỗi ngày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47288" y="1783080"/>
            <a:ext cx="2670048" cy="2148840"/>
          </a:xfrm>
          <a:prstGeom prst="roundRect">
            <a:avLst>
              <a:gd name="adj" fmla="val 3830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0168" y="201168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84448" y="256032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video / ngày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48456" y="32004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1 video, duy trì liên tục 1 tuần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1783080"/>
            <a:ext cx="2670048" cy="2148840"/>
          </a:xfrm>
          <a:prstGeom prst="roundRect">
            <a:avLst>
              <a:gd name="adj" fmla="val 3830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7376" y="201168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91656" y="256032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video / ngày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55664" y="32004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tục tăng dần, KHÔNG spam 0 view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61704" y="1783080"/>
            <a:ext cx="2670048" cy="2148840"/>
          </a:xfrm>
          <a:prstGeom prst="roundRect">
            <a:avLst>
              <a:gd name="adj" fmla="val 3830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44584" y="201168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 sau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98864" y="256032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 video / ngày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62872" y="3200400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tăng mạnh khi có sản phẩm đang lên xu hướng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23232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389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Giãn cách đăng khi kênh mới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8006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ngày đầu: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tiếng / 1 video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ngày tiếp: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tiếng / 1 video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tuần sau: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tiếng / 1 video (đêm cũng đăng)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72200" y="425196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23232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4389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Nguyên tắc quan trọng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4800600"/>
            <a:ext cx="4892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mới nên ghép 2–3 video lại (dạng 8s dễ bị quét)
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lời thoại ra đơn tốt hơn chỉ nhạc
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yếu: ~2 tiếng/video, tối không đăng
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lịch đăng tự động, không đăng thất thường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05 · KÍCH 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kênh tụt view — cách kích lại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848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213969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xử như người dùng thật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828800" y="267004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 xem hết video kênh khác, tương tác tự nhiên. Comment sao cho họ trả lời lại là dễ lên view nhất.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0848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543800" y="213969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 người quen tương tác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43800" y="267004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người quen bảo họ trả lời cho mình. Dùng tài khoản khác vào xem hết video kênh, tương tác, sao chép link.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325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28800" y="437997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Khoan tăng video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828800" y="491032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số video cũ hoặc giảm 1 video. Khi ổn view rồi mới tăng lại từ từ.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40690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4325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543800" y="437997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spam 0 view liên tiếp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43800" y="491032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video 0 view liên tục làm kênh yếu thêm. Quan sát kênh mình trước khi tăng số lượng.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E2C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Chiến Lược &amp; Test Sản Phẩm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ngách, test, và nhân bản sản phẩm đang ra đơn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06 · TEST SP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test sản phẩm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1024128"/>
          </a:xfrm>
          <a:prstGeom prst="roundRect">
            <a:avLst>
              <a:gd name="adj" fmla="val 803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43684"/>
            <a:ext cx="502920" cy="50292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436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2938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mới tiềm năng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27685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10–15 video → có đơn thì làm tiếp, không thì bỏ tìm sản phẩm khác.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16936"/>
            <a:ext cx="6583680" cy="1024128"/>
          </a:xfrm>
          <a:prstGeom prst="roundRect">
            <a:avLst>
              <a:gd name="adj" fmla="val 803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3177540"/>
            <a:ext cx="502920" cy="50292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1775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cắn quảng cáo?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4107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xem có cắn QC không → có thì làm tiếp, không thì bỏ.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50792"/>
            <a:ext cx="6583680" cy="1024128"/>
          </a:xfrm>
          <a:prstGeom prst="roundRect">
            <a:avLst>
              <a:gd name="adj" fmla="val 803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311396"/>
            <a:ext cx="502920" cy="50292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3113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1970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cao chưa ra đơn?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5445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thêm, thay đổi content thay vì bỏ ngay.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84648"/>
            <a:ext cx="6583680" cy="1024128"/>
          </a:xfrm>
          <a:prstGeom prst="roundRect">
            <a:avLst>
              <a:gd name="adj" fmla="val 803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5445252"/>
            <a:ext cx="502920" cy="50292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4452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53309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đơn / lên xu hướng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6784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Dập nhiều video — nhưng SP phải sao cao &amp; điểm cửa hàng cao.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52360" y="1783080"/>
            <a:ext cx="4114800" cy="4572000"/>
          </a:xfrm>
          <a:prstGeom prst="roundRect">
            <a:avLst>
              <a:gd name="adj" fmla="val 2000"/>
            </a:avLst>
          </a:prstGeom>
          <a:solidFill>
            <a:srgbClr val="23232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duy trì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80960" y="2468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E2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5400" b="1" dirty="0">
                <a:solidFill>
                  <a:srgbClr val="9A9A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: </a:t>
            </a:r>
            <a:pPr algn="ctr" indent="0" marL="0">
              <a:buNone/>
            </a:pPr>
            <a:r>
              <a:rPr lang="en-US" sz="5400" b="1" dirty="0">
                <a:solidFill>
                  <a:srgbClr val="25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7680960" y="3429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ra đơn/cắn QC  —  SP mới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(hoặc 7:3, 8:2)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26680" y="4160520"/>
            <a:ext cx="3703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đơn → dập nhiều video luôn
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trong 7–10 ngày rồi đổi kế hoạch
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lại SP nào ra số → làm tiếp
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Lướt phần đề xuất để bắt SP xu hướng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06 · CHIẾN LƯỢC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Đăng đa dạng SP trong 1 ngách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848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213969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dạng SP cùng ngách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828800" y="267004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Đừng chỉ đăng một sản phẩm mãi — sau này đăng loại khác TikTok không đổ view nữa.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0848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➗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543800" y="213969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tỷ lệ mỗi ngày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43800" y="267004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5 video/ngày: 3 video SP đang ra đơn tốt + 2 video SP khác. Video nào lên view thì duy trì nhiều hơn.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325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28800" y="437997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mã SP làm 3–5 video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828800" y="491032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review: 50 video ~10 SP, 10 SP một phông nền rồi lặp lại phông khác — dễ cắn quảng cáo.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40690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4325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543800" y="437997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Chịu khó test SP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43800" y="491032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win ban đầu không có nghĩa kênh win mãi. Vài SP test sau mới ra. Quan sát shop, đồng Aff &amp; kênh mình.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F4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Khách Hàng &amp; Ngách Thời Trang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đúng tệp khách hàng và chọn ngách lợi nhuận cao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07 · TỆP KH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định đúng khách hàng &amp; ngách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Xác định tệp khách hàng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mục Người xem &amp; Người Follow: họ bao nhiêu tuổi, giới tính nào
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sản phẩm &amp; chọn mẫu phù hợp đối tượng → dễ ra đơn
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tuần kiểm tra tệp KH 1–2 lần, xem đúng đối tượng chưa
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biết chọn SP? Đưa vào ChatGPT kèm ngách để phân tích, gợi ý
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khỏe rồi có thể bán nhiều ngách — nhưng phải đúng bố cục định dạng kênh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👗  Ngách thời trang nên ưu tiên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trang nữ cao cấp, đặc biệt trung niên &amp; dạ hội trung niên
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Dân văn phòng &amp; trung niên: nhu cầu mua hàng cao hơn
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 hội trung niên: mẫu đơn giản mà sang, không quá kín/hở, không rườm rà
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kênh trẻ em: TikTok quét mạnh, dễ vi phạm, hoa hồng thấp
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kênh shop, đồng Aff cùng SP &amp; kênh mình — SP nào ra đơn thì quay đi quay lại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07 · CẢNH BÁO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đi tương tác chéo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2194560"/>
          </a:xfrm>
          <a:prstGeom prst="roundRect">
            <a:avLst>
              <a:gd name="adj" fmla="val 3750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Tại sao không tương tác chéo cho shop khác?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nền tảng hoạt động theo hành vi người dùng. Suốt ngày tương tác chéo sẽ hút toàn tệp kinh doanh giống mình → khách mua hàng ở đâu ra? Người ta vào comment rồi bước ra không mua → TikTok đánh giá kênh nội dung thấp, không chuyển đổi → LOÃNG TỆP ngay.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10927080" cy="1965960"/>
          </a:xfrm>
          <a:prstGeom prst="roundRect">
            <a:avLst>
              <a:gd name="adj" fmla="val 4186"/>
            </a:avLst>
          </a:prstGeom>
          <a:solidFill>
            <a:srgbClr val="23232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3891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Thay vào đó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484632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trung nghiên cứu sản phẩm &amp; làm video hay
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thường xuyên có người ra vào không đúng tệp KH sẽ bị ảnh hưởng — TikTok có phân tích đầy đủ
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mua follow / follow chéo — kênh không phát triển bền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E2C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3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Cụ, Khiếu Nại &amp; Hồi Sinh Kênh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ký, kết nối shop, khiếu nại vi phạm và dùng AI viết kịch bản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08 · CÔNG CỤ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cụ &amp; mẹo tăng hiệu quả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83080" y="2057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Nhà sáng tạo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783080" y="2532888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dấu 3 gạch trên bên trái → bật lên để các Shop chạy quảng cáo cho video của mình. Bật là mặc định bật hết — kênh có video kéo follow không gắn SP thì chịu khó bật thủ công cho video có SP.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98080" y="2057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tiền qua ZaloPay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498080" y="2532888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 rẻ hơn nhiều. 1 ZaloPay dùng được cho 5 tài khoản TikTok.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96512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3708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📔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83080" y="4370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 TikTok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783080" y="48463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bài lên Nhật ký, đăng đi đăng lại nhiều lần → tăng view, kết nối trực tiếp tệp KH đã follow.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4096512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43708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98080" y="4370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viết kịch bản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98080" y="48463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kiến thức ChatGPT gợi ý đưa qua chatbot để ghi nhớ, viết kịch bản đúng tệp KH ngay từ đầu. Thêm câu lệnh kiểm tra vi phạm vào kịch bản.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E2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08 · XỬ LÝ SỰ CỐ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bị vi phạm &amp; hồi sinh kênh cũ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Khi bị vi phạm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 đầu tiên: KHIẾU NẠI ngay (chụp ảnh vi phạm hỏi ChatGPT phân tích nên khiếu nại câu nào hợp lý)
</a:t>
            </a:r>
            <a:endParaRPr lang="en-US" sz="128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TUYỆT ĐỐI không xóa video — chỉ ẩn đi, hạn chế chỉnh sửa
</a:t>
            </a:r>
            <a:endParaRPr lang="en-US" sz="128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hơn: trước khi đăng, tải video (kèm lời thoại) lên ChatGPT Plus / Gemini để kiểm tra vi phạm — cả hashtag &amp; caption
</a:t>
            </a:r>
            <a:endParaRPr lang="en-US" sz="128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đang ra đơn tự ngừng → kiểm tra link bị ẩn không, gắn lại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B1B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Hồi sinh tài khoản cũ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tài khoản có bị vi phạm gì không
</a:t>
            </a:r>
            <a:endParaRPr lang="en-US" sz="128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video cũ dần dần từng chút — không ẩn cùng lúc đột ngột
</a:t>
            </a:r>
            <a:endParaRPr lang="en-US" sz="128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Search Insight → vào Cảm hứng, chọn ngành nghề, lấy 3 nội dung hot nhất làm kịch bản
</a:t>
            </a:r>
            <a:endParaRPr lang="en-US" sz="128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đều đặn liên tục với format mới để kéo kênh lại
</a:t>
            </a:r>
            <a:endParaRPr lang="en-US" sz="128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chưa đủ follow → xây mới lại bằng AI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11521440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Affiliate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754880"/>
            <a:ext cx="3200400" cy="320040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3657600" cy="2743200"/>
          </a:xfrm>
          <a:prstGeom prst="rect">
            <a:avLst/>
          </a:prstGeom>
          <a:solidFill>
            <a:srgbClr val="0E0E14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12344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nguyên tắc cốt lõi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926080" y="2286000"/>
            <a:ext cx="502920" cy="50292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11880" y="226771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Kỷ luật hơn cảm hứng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11880" y="261518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đều, tăng số lượng từ từ, không spam 0 view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26080" y="3072384"/>
            <a:ext cx="502920" cy="50292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3072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305409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link ngay khi đăng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11880" y="340156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quy trình Bộ Công cụ → Kết nối sản phẩm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926080" y="3858768"/>
            <a:ext cx="502920" cy="50292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3858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118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có giá trị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11880" y="418795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lời thoại, tránh reup &amp; 15 lỗi vi phạm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926080" y="4645152"/>
            <a:ext cx="502920" cy="502920"/>
          </a:xfrm>
          <a:prstGeom prst="ellipse">
            <a:avLst/>
          </a:prstGeom>
          <a:solidFill>
            <a:srgbClr val="FE2C55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4645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11880" y="462686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Bám sản phẩm ra đơn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11880" y="49743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bản SP win, giữ tỷ lệ 5:5 hoặc 7:3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926080" y="5431536"/>
            <a:ext cx="502920" cy="502920"/>
          </a:xfrm>
          <a:prstGeom prst="ellipse">
            <a:avLst/>
          </a:prstGeom>
          <a:solidFill>
            <a:srgbClr val="25F4EE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5431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11880" y="54132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phạm là khiếu nại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611880" y="5760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xóa video — chỉ ẩn, dùng AI kiểm tra trước khi đăng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926080" y="6355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Chúc cả nhà xây kênh bền vững &amp; ra nhiều đơn!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TikTok Shop Affiliate Training</dc:creator>
  <cp:lastModifiedBy>TikTok Shop Affiliate Training</cp:lastModifiedBy>
  <cp:revision>1</cp:revision>
  <dcterms:created xsi:type="dcterms:W3CDTF">2026-08-07T03:13:00Z</dcterms:created>
  <dcterms:modified xsi:type="dcterms:W3CDTF">2026-08-07T03:13:00Z</dcterms:modified>
</cp:coreProperties>
</file>